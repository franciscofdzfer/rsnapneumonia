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RSNA Pneumonia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Challenge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Deep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Lorena Pérez Rodas  ·  Francisco Fernández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Late Submission  ·  2×T4 GPU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EDA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14600" cy="36118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514600" cy="530352"/>
          </a:xfrm>
          <a:prstGeom prst="roundRect">
            <a:avLst>
              <a:gd name="adj" fmla="val 20690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radiografías DICOM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1024×1024, escala grises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de opacidad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2514600" cy="36118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54680" y="1005840"/>
            <a:ext cx="2514600" cy="530352"/>
          </a:xfrm>
          <a:prstGeom prst="roundRect">
            <a:avLst>
              <a:gd name="adj" fmla="val 20690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0058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64408" y="1627632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promediado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IoU 0.40–0.75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aproximadas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005840"/>
            <a:ext cx="2514600" cy="36118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005840"/>
            <a:ext cx="2514600" cy="530352"/>
          </a:xfrm>
          <a:prstGeom prst="roundRect">
            <a:avLst>
              <a:gd name="adj" fmla="val 20690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0058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61888" y="1627632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26,684 imágenes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 sin neumonía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con neumonía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cajas por positivo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clave: vistas AP muestran más neumonía (sesgo de selección, no clínico) · resize 512×512 · pos_weight / Focal Loss para desbalance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Visualizaciones</a:t>
            </a:r>
            <a:endParaRPr lang="en-US" sz="3000" dirty="0"/>
          </a:p>
        </p:txBody>
      </p:sp>
      <p:pic>
        <p:nvPicPr>
          <p:cNvPr id="3" name="Image 0" descr="/home/claude/img_radiograf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12064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con (Target=1) y sin (Target=0) neumonía · cajas anotadas por radiólogos</a:t>
            </a:r>
            <a:endParaRPr lang="en-US" sz="1000" dirty="0"/>
          </a:p>
        </p:txBody>
      </p:sp>
      <p:pic>
        <p:nvPicPr>
          <p:cNvPr id="5" name="Image 1" descr="/home/claude/img_distribuci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108960" cy="1691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tamaño de cajas — width pico ~200px, height más disperso</a:t>
            </a:r>
            <a:endParaRPr lang="en-US" sz="900" dirty="0"/>
          </a:p>
        </p:txBody>
      </p:sp>
      <p:pic>
        <p:nvPicPr>
          <p:cNvPr id="7" name="Image 2" descr="/home/claude/img_vista_app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017520"/>
            <a:ext cx="3108960" cy="1691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6928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AP tiene mayor proporción de positivos — sesgo de selección, no causalidad clínica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del Equipo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1005840"/>
            <a:ext cx="0" cy="384048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46304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916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ResNet18 (1 canal)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validación: 0.876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4688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RetinaNet resnet50_fpn_v2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épocas · FP32 · ~3.3h T4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2461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sistemática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umbral de confianza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0233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local validado 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sintéticos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005840"/>
            <a:ext cx="146304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6916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GradCAM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(exploratorio, no entregado)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42316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24688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· 30 épocas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· 1 canal → 3ch fake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2004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32461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privados Kaggle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sesiones GPU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9776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40233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final 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coordenadas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A — RetinaNet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8862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51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retinanet_resnet50_fpn_v2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1 canal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960120"/>
            <a:ext cx="38862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51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completas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~3.3h en 1×T4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38862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500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lr=0.005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warm-up 200 iter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258568"/>
            <a:ext cx="38862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3500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6700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puro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(FP16 inestable)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57016"/>
            <a:ext cx="38862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64845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96849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0.2136 epoch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explosión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557016"/>
            <a:ext cx="38862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64845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96849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top-1: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0.148 pos / 0.092 neg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Calibración de Umbral — RetinaNet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con pred.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22.5% esp.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1664 / 3000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+33.0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0.2378 ✓ mejor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 / 3000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+13.5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 / 3000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 pp (≈ EDA)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 / 3000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−5.0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 / 3000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−11.2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(acercar % a 22.5% EDA) → elige 0.10 · mAP local (métrica real) → elige 0.05 · Ambos enfoques son mejores que adivinar a ojo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B — YOLOv11m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93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0058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06040" y="1993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0" y="1993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10058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903720" y="1993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22783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YOLOv11m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31546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322783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Épocas: 30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1546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322783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Imagen: 512×512 · 1ch→3ch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05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images: 22,681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9319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4005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images: 4,003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9319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4005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conf = 0.05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de Resultados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RetinaNet (5 ep, thr=0.10)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RetinaNet (5 ep, thr=0.05)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+ GradCAM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completado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B.2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0.09925 (mejor)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supera a RetinaNet: public +5.1% · private +36.9% · promedio +20.2%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Aprendidas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886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430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1612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≠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no supera IoU 0.40. Para localización real se necesita un detector nativo (YOLO, RetinaNet).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3886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1430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11612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no es gratis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tiene inestabilidad numérica conocida en FP16. Siempre verificar antes de asumir que AMP funciona.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86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1272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pipeline primero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clasificación (ResNet18, AUC 0.876) confirmó que el pipeline DICOM→modelo→evaluación funcionaba antes de RetinaNet.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3886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31089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31272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local &gt; heurísticas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749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real es mejor que adivinar por proporción de positivos — pero con poco entrenamiento la varianza entre splits es alta.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Próximos Pasos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 final: YOLOv11m — Public 0.09126 / Private 0.10725 / Promedio 0.09925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RetinaNet aprendió la tarea en 5 épocas pero sin confianza calibrada — necesita más entrenamiento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mAP local es mejor que heurísticas, pero con poco entrenamiento la varianza entre splits es alta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Próximos pasos: más épocas · k-fold para estimación robusta · ensemble RetinaNet + YOLO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Lorena Pérez Rodas  ·  Francisco Fernández  ·  Deep Learning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RSNA Pneumonia Detection — Proyecto Final</dc:title>
  <dc:subject>PptxGenJS Presentation</dc:subject>
  <dc:creator>Lorena Pérez / Francisco Fernández</dc:creator>
  <cp:lastModifiedBy>Lorena Pérez / Francisco Fernández</cp:lastModifiedBy>
  <cp:revision>1</cp:revision>
  <dcterms:created xsi:type="dcterms:W3CDTF">2026-06-26T10:43:20Z</dcterms:created>
  <dcterms:modified xsi:type="dcterms:W3CDTF">2026-06-26T10:43:20Z</dcterms:modified>
</cp:coreProperties>
</file>