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RSNA Pneumonia Detection Challenge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neumonía en radiografías de tórax con deep learning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4343400"/>
            <a:ext cx="3840480" cy="0"/>
          </a:xfrm>
          <a:prstGeom prst="line">
            <a:avLst/>
          </a:prstGeom>
          <a:noFill/>
          <a:ln w="19050">
            <a:solidFill>
              <a:srgbClr val="1C7B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buNone/>
            </a:pPr>
            <a:r>
              <a:rPr lang="en-US" sz="14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1] · [Nombre 2]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Kaggle · </a:t>
            </a:r>
            <a:pPr indent="0" marL="0">
              <a:buNone/>
            </a:pPr>
            <a:r>
              <a:rPr lang="en-US" sz="1100" dirty="0">
                <a:solidFill>
                  <a:srgbClr val="7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kaggle.com/competitions/rsna-pneumonia-detection-challenge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detección, no solo diagnóstico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19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hay que predecir?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2377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Radiografías de tórax en DICOM (1024×1024, 1 canal)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imagen: 0 o más bounding boxes de opacidad pulmonar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caja lleva un score de confianza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envío: patientId + lista de cajas con score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68680" y="4343400"/>
            <a:ext cx="4754880" cy="0"/>
          </a:xfrm>
          <a:prstGeom prst="line">
            <a:avLst/>
          </a:prstGeom>
          <a:noFill/>
          <a:ln w="12700">
            <a:solidFill>
              <a:srgbClr val="D7E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 sin neumonía · 22.5% con neumonía — exige Focal Loss o pos_weight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2E4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19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métrica: mAP con IoU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solapamiento entre caja predicha y real ÷ su unión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3796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Average Precision sobre IoU de 0.40 a 0.75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537960" y="3611880"/>
            <a:ext cx="4754880" cy="0"/>
          </a:xfrm>
          <a:prstGeom prst="line">
            <a:avLst/>
          </a:prstGeom>
          <a:noFill/>
          <a:ln w="12700">
            <a:solidFill>
              <a:srgbClr val="1C515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práctica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37960" y="4160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"aproximada" no basta — hay que acertar tamaño y posición, no solo tocar la zona correcta.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5349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puesto histórico de la competencia: mAP ≈ 0.253 (ensemble de 50 modelos)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lo que los datos revelan antes de modelar</a:t>
            </a:r>
            <a:endParaRPr lang="en-US" sz="2600" dirty="0"/>
          </a:p>
        </p:txBody>
      </p:sp>
      <p:pic>
        <p:nvPicPr>
          <p:cNvPr id="3" name="Image 0" descr="eda_datos_curio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842" y="1051560"/>
            <a:ext cx="713126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RetinaNet (ResNet50-FPN, 1 canal)</a:t>
            </a:r>
            <a:endParaRPr lang="en-US" sz="2500" dirty="0"/>
          </a:p>
        </p:txBody>
      </p:sp>
      <p:pic>
        <p:nvPicPr>
          <p:cNvPr id="3" name="Image 0" descr="arquitectura_retina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531" y="960120"/>
            <a:ext cx="981389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A — RetinaNet + baseline de clasificación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clasificación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(ResNet18, validación de pipeline)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89120" y="13258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361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66344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train_loss final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RetinaNet, 5 épocas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29600" y="13258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5361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3920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0.087 / 0.078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850392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Kaggle (entrega)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48640" y="338328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B2E4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118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630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incidencias técnicas diagnosticadas y resueltas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68680" y="4206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de pipeline (augmentation, imports, canales de RetinaNet)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inestable en FP16 → se usó FP32 puro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Explosión de loss → warm-up lineal + gradient clipping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en setup multi-GPU → simplificado a 1 GPU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263640" y="42062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confianza mal calibrado (97% filas vacías)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 implementado y validado con tests sintéticos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 no predijo igual ambos splits del leaderboard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B — ResNet50 (clasificación) + YOLOv11m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91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— baseline de clasificación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replicada a 3 canales idénticos (RGB "falso"), formato PNG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926080"/>
          <a:ext cx="475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(descongelado)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Fase A (congelado)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Fase B (descongelado)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68680" y="4709160"/>
            <a:ext cx="4754880" cy="0"/>
          </a:xfrm>
          <a:prstGeom prst="line">
            <a:avLst/>
          </a:prstGeom>
          <a:noFill/>
          <a:ln w="12700">
            <a:solidFill>
              <a:srgbClr val="D7E3E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4892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descongelar el backbone desde el inicio (0.834) superó al fine-tuning gradual en 2 fases (0.826) para este dataset.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2E4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78040" y="1691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— detección real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53796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0.340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5379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900684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00684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5379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5379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0068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0.362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90068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537960" y="4434840"/>
            <a:ext cx="4754880" cy="0"/>
          </a:xfrm>
          <a:prstGeom prst="line">
            <a:avLst/>
          </a:prstGeom>
          <a:noFill/>
          <a:ln w="12700">
            <a:solidFill>
              <a:srgbClr val="1C515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3796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Kaggle (modelo final del equipo)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53796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0.09126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0.10725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final y modelo elegido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RetinaNet (1 canal, 5 épocas)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5F1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089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3108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supera a RetinaNet en ambos splits: </a:t>
            </a:r>
            <a:pPr indent="0" marL="0">
              <a:buNone/>
            </a:pPr>
            <a:r>
              <a:rPr lang="en-US" sz="14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+5.1% public, +36.9% private, +20.2% en promedio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selección: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real de leaderboard (promedio public/private). El private score determina la posición final en Kaggle — YOLO es consistentemente sólido en ese split.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 (Enfoque A) </a:t>
            </a:r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 documentado en detalle por el valor de su proceso de debugging y metodología de calibración de umbral (mAP local, validado con tests sintéticos) — útil como referencia técnica del equipo.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aprendidas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2405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6276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no es gratis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2402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tiene inestabilidad numérica conocida en FP16 — FP32 fue la decisión correcta para RetinaNet.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2405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78040" y="16276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manual es riesgoso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537960" y="22402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entre 2 GPUs causó un deadlock no determinista. Frameworks probados (DDP) son mejores para producción.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2405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050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pipeline primero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4663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baseline simple de clasificación (AUC 0.876) confirmó el flujo de datos antes de la complejidad de detección.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3640" y="3794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2405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69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4050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local tiene límites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537960" y="4663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 predijo la dirección en public, pero no en private — con poco entrenamiento, la varianza entre splits es alta.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final: YOLOv11m · mAP50-95 0.142 · Score Kaggle 0.107 (private)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2960" y="3657600"/>
            <a:ext cx="3840480" cy="0"/>
          </a:xfrm>
          <a:prstGeom prst="line">
            <a:avLst/>
          </a:prstGeom>
          <a:noFill/>
          <a:ln w="19050">
            <a:solidFill>
              <a:srgbClr val="1C7B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épocas de entrenamiento para mejorar calibración de confianza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entre RetinaNet y YOLOv11m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(k-fold) para estimaciones más robustas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RSNA Pneumonia Detection — Resultados del proyecto</dc:title>
  <dc:subject>PptxGenJS Presentation</dc:subject>
  <dc:creator>Equipo RSNA Pneumonia</dc:creator>
  <cp:lastModifiedBy>Equipo RSNA Pneumonia</cp:lastModifiedBy>
  <cp:revision>1</cp:revision>
  <dcterms:created xsi:type="dcterms:W3CDTF">2026-06-26T09:40:12Z</dcterms:created>
  <dcterms:modified xsi:type="dcterms:W3CDTF">2026-06-26T09:40:12Z</dcterms:modified>
</cp:coreProperties>
</file>